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33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554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03120"/>
            <a:ext cx="822960" cy="82296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83080" y="214884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Smart WMS Agent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28800" y="3063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E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현황 보고 — POC 구현 &amp; UI 리디자인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3566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9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탐색(RAG) · AI 디자인 패턴 · LangGraph 아키텍처 중심 · 2026-06-17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개요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WMS 운영자를 위한 Agentic Copilot — 메인 기능은 SimPy DES 기반 창고상황 예측·What-if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6459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오늘 할 일·승인 수행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2057400"/>
            <a:ext cx="49834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자연어로 당일 업무 종합, 적치·피킹지시·출고확정을 승인 하에 실행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5087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73368" y="16459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적치·피킹 추천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73368" y="2057400"/>
            <a:ext cx="49834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 점수·우선순위 산식 추천 + 정책·산식 근거 설명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39776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🧊 창고상황 예측 (메인)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4389120"/>
            <a:ext cx="49834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DES로 인력·장비·공간 제약 하 처리가능성 검증 + What-if 비교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84048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73368" y="39776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KPI·시각화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73368" y="4389120"/>
            <a:ext cx="49834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KPI + 재고추이·창고 디지털트윈·이벤트 타임라인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구성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→ Tool 엔진 → 예측/RAG → LangGraph 에이전트 → FastAPI → 웹 UI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75564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2148840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데이터·시드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286000" y="2423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414016" y="2103120"/>
            <a:ext cx="175564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9736" y="2148840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엔진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조회·적치·피킹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51376" y="2423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79392" y="2103120"/>
            <a:ext cx="175564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25112" y="2148840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SimPy DES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Regression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16752" y="2423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44768" y="2103120"/>
            <a:ext cx="175564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90488" y="2148840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ALR·충분성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82128" y="2423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010144" y="2103120"/>
            <a:ext cx="1755648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55864" y="2148840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747504" y="2423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875520" y="2103120"/>
            <a:ext cx="1755648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921240" y="2148840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Web UI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3840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(회사 Azure OpenAI 호환 게이트웨이)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" y="4251960"/>
            <a:ext cx="10725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생성·추론·Tool = gpt-5.4   ·   라우터·파라미터 추출 = gpt-4.1-mini   ·   임베딩 = text-embedding-3-small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모델: 2인1조(작업자 2 + 지게차 1) = 1팀, 동시 가용 팀 = min(작업자//2, 지게차)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0" y="42062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F6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핵심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탐색 — RAG 구성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단순 검색이 아니라 '근거 우선 + 충분성 게이트' 파이프라인 (ALR + Sufficient Context + PRISM)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645920"/>
            <a:ext cx="16642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86000" y="181051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14016" y="1600200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9736" y="1645920"/>
            <a:ext cx="16642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근거 정의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(Analysis)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51376" y="181051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279392" y="1600200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25112" y="1645920"/>
            <a:ext cx="16642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FAISS 벡터검색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16752" y="181051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44768" y="1600200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90488" y="1645920"/>
            <a:ext cx="16642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PRISM 리랭크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passage 추출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82128" y="181051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010144" y="1600200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055864" y="1645920"/>
            <a:ext cx="16642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충분성 게이트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(answerable?)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747504" y="181051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875520" y="1600200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921240" y="1645920"/>
            <a:ext cx="16642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기반 답변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2743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6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↳ 부족 시: query rewrite·재검색(≤2회) / 한도 초과 시 “문서 근거가 부족합니다” abstain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24612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9808" y="33832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인덱싱 시점 근거 메타 (ALR Localization)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9808" y="3794760"/>
            <a:ext cx="5074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md 6종을 ## 헤딩 단위로 청킹 후 메타 부여: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document_type·domain·section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answerable_intents (이 chunk가 답할 intent)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evidence_summary (핵심 근거 한 줄)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추론을 인퍼런스가 아닌 인제스천에서 외부화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99632" y="324612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0" y="33832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차용한 설계 사상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3794760"/>
            <a:ext cx="5074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DocSeeker(CVPR) ALR: 모델 도입 X, '근거 위치특정 후 추론' 흐름만 차용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Google Sufficient Context: 충분성 판정·abstain·재검색 게이트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PRISM: relevance + contribution + evidence_span 산출 리랭커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역할이 겹치지 않게 결합(구조 + 품질 게이트 + 부품)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사상 — 왜 섞었나 · 어떻게 동작하나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기법의 한계를 상호 보완: 요건 위에 ‘기술 컴포넌트 장단점 분석 + 도메인 지식’으로 차별화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581912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SimPy DES (확률적 분포)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938528"/>
            <a:ext cx="50749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 </a:t>
            </a:r>
            <a:r>
              <a:rPr lang="en-US" sz="103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자원·제약 하 동적 흐름과 불확실성을 분포로 모사</a:t>
            </a:r>
            <a:endParaRPr lang="en-US" sz="10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2F6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  </a:t>
            </a:r>
            <a:r>
              <a:rPr lang="en-US" sz="103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 점추정은 ‘언제’만 답하고 ‘처리 가능?·병목’은 못 봄(과적합 위험)</a:t>
            </a:r>
            <a:endParaRPr lang="en-US" sz="10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 </a:t>
            </a:r>
            <a:r>
              <a:rPr lang="en-US" sz="103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처리시간·수요를 분포에서 샘플링 → N회 반복 → P50/P90·발생확률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6199632" y="146304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581912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6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ALR — DocSeeker (개념만)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0" y="1938528"/>
            <a:ext cx="50749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 </a:t>
            </a:r>
            <a:r>
              <a:rPr lang="en-US" sz="103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먼저 위치특정 후 추론 → 설명력·노이즈 강건성↑</a:t>
            </a:r>
            <a:endParaRPr lang="en-US" sz="10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2F6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  </a:t>
            </a:r>
            <a:r>
              <a:rPr lang="en-US" sz="103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‘근거 설명’이 제품 차별점, 추론을 인제스천에 외부화해 효율↑</a:t>
            </a:r>
            <a:endParaRPr lang="en-US" sz="10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 </a:t>
            </a:r>
            <a:r>
              <a:rPr lang="en-US" sz="103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인덱싱 시 근거 메타 부여 + 질의 시 분석→위치확인→추론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3502152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7A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Sufficient Context (Google)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49808" y="3858768"/>
            <a:ext cx="50749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 </a:t>
            </a:r>
            <a:r>
              <a:rPr lang="en-US" sz="103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‘답해도 되나’ 게이트로 환각 차단·복구</a:t>
            </a:r>
            <a:endParaRPr lang="en-US" sz="10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2F6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  </a:t>
            </a:r>
            <a:r>
              <a:rPr lang="en-US" sz="103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ALR만으론 근거가 없을 때 멈추는 규칙이 없어 환각 위험</a:t>
            </a:r>
            <a:endParaRPr lang="en-US" sz="10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 </a:t>
            </a:r>
            <a:r>
              <a:rPr lang="en-US" sz="103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충분성 판정 → 부족 시 재검색(≤2)·query rewrite / abstain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6199632" y="338328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3502152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B2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Agentic 패턴 + 하네스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0" y="3858768"/>
            <a:ext cx="50749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 </a:t>
            </a:r>
            <a:r>
              <a:rPr lang="en-US" sz="103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계획–실행–검증 루프 자기검증 + 사람 승인 안전장치</a:t>
            </a:r>
            <a:endParaRPr lang="en-US" sz="10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2F6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  </a:t>
            </a:r>
            <a:r>
              <a:rPr lang="en-US" sz="103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단독 생성은 신뢰성↓ → 계산은 Tool, 설명은 LLM, 변경은 승인</a:t>
            </a:r>
            <a:endParaRPr lang="en-US" sz="103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 </a:t>
            </a:r>
            <a:r>
              <a:rPr lang="en-US" sz="103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Verifier 재계획·Dry-Run·승인 게이트·평가 하네스(재현성·grounding)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48640" y="5321808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449824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9FB3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 의도  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역할이 겹치지 않게 — DES=현실성 · ALR=근거 구조/설명 · Sufficient Context=품질 게이트 · Agentic/하네스=안전·검증.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8EE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기법의 약점을 서로의 강점으로 메워 ‘근거 있고(RAG) · 검증되며(루프·하네스) · 현실적인(DES)’ 운영 의사결정 지원을 만든다.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0" y="42062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F6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핵심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적용한 AI 에이전트 디자인 패턴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“LLM은 계산하지 않는다 · Tool이 계산하고 LLM은 설명한다”를 패턴으로 구현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3721608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위치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026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Meta-Controller / Router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B74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질의 intent 분류 · 경로 결정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026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Planning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B74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intent별 Tool 실행계획 수립(규칙 기반)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026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Tool Use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B74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조회·점수·Forecast·DES·Draft (LLM 비계산)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026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ReAct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B74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복합 질의에서 실행–관찰 반복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026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PEV (Plan–Execute–Verify)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B74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Verifier 정합성 검증 + 재계획 루프(≤2)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026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Dry-Run + Human-in-the-loop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B74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상태변경 전 미리보기 → 승인 게이트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026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Adaptive RAG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B74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질의에만 문서 검색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026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Agentic RAG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B74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ALR + Sufficient Context 재검색 루프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026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Simulator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B74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SimPy DES · What-if 시나리오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026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Loop / Harness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B74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루프 + 평가 하네스(재현성·grounding)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0" y="42062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F6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핵심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워크플로 구성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분기 그래프 — 단일 질의를 노드 파이프라인으로 처리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3504" y="155448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9224" y="16002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33472" y="1700784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88920" y="155448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16002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Parameter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Extractor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18888" y="1700784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974336" y="155448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0056" y="16002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004304" y="1700784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159752" y="155448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05472" y="16002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Executor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89720" y="1700784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345168" y="155448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390888" y="16002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" y="269748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" y="27432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Decision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33472" y="2843784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788920" y="269748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834640" y="27432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Retriever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(ALR)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18888" y="2843784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974336" y="269748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0056" y="27432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Sufficient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04304" y="2843784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159752" y="269748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05472" y="27432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Generator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189720" y="2843784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9345168" y="269748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390888" y="27432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24128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↩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8640" y="3886200"/>
            <a:ext cx="67665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49808" y="4023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분기 (Conditional Edges)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49808" y="4434840"/>
            <a:ext cx="640080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필수 파라미터 누락 → Clarification 후 종료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Verifier 실패 → 재계획(최대 2회)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RAG Decision → 불필요 시 검색 생략(Adaptive)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Sufficient Context 부족 → 재검색(≤2)·abstain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Approval Gate → 상태변경만 승인 요구 → State Update Tool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498080" y="3886200"/>
            <a:ext cx="414223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699248" y="4023360"/>
            <a:ext cx="3776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· 모델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699248" y="4434840"/>
            <a:ext cx="377647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AgentState: intent·parameters·plan·tool_results·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verification·rag_context·rag_retry·draft·approval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2-tier 모델: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라우터/추출 = gpt-4.1-mini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응답/추론 = gpt-5.4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① 백엔드 · 시뮬레이션 엔진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1~9 구현 완료 · 평가 하네스 전체 통과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82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42416" y="164592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 스키마 + 일관성 시드(9 Zone·병목 시나리오)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95144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42416" y="224942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엔진: 조회·적치(정규화)·피킹·Draft/승인(HITL)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898648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89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42416" y="285292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Forecast(LR)+위험등급 · SimPy DES(4단계·팀·Monte Carlo)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02152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93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42416" y="345643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What-if + baseline/scenario 비교 · 버전 관리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105656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96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42416" y="40599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RAG: ALR + Sufficient Context + PRISM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709160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700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42416" y="466344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에이전트(라우터~승인) · FastAPI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955280" y="178308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E8EEFC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0" y="1965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24/24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046720" y="26243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하네스 통과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875520" y="178308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E8EEFC"/>
          </a:solidFill>
          <a:ln/>
        </p:spPr>
      </p:sp>
      <p:sp>
        <p:nvSpPr>
          <p:cNvPr id="26" name="Text 24"/>
          <p:cNvSpPr/>
          <p:nvPr/>
        </p:nvSpPr>
        <p:spPr>
          <a:xfrm>
            <a:off x="9875520" y="1965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966960" y="26243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Zone(3×3)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955280" y="342900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E8EEFC"/>
          </a:solidFill>
          <a:ln/>
        </p:spPr>
      </p:sp>
      <p:sp>
        <p:nvSpPr>
          <p:cNvPr id="29" name="Text 27"/>
          <p:cNvSpPr/>
          <p:nvPr/>
        </p:nvSpPr>
        <p:spPr>
          <a:xfrm>
            <a:off x="7955280" y="3611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P50/P90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046720" y="42702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 KPI 분포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875520" y="342900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E8EEFC"/>
          </a:solidFill>
          <a:ln/>
        </p:spPr>
      </p:sp>
      <p:sp>
        <p:nvSpPr>
          <p:cNvPr id="32" name="Text 30"/>
          <p:cNvSpPr/>
          <p:nvPr/>
        </p:nvSpPr>
        <p:spPr>
          <a:xfrm>
            <a:off x="9875520" y="3611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966960" y="42702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SKU 시드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6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② UI 리디자인 (커스텀 웹 SPA)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서빙 · 외부 라이브러리 없이 자체 SVG로 구현 (P1~P6)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691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디자인 토큰·테마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2103120"/>
            <a:ext cx="31546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블루 액센트·카드·소프트 섀도우 통일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79392" y="15544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691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레이아웃 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2103120"/>
            <a:ext cx="31546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헤더·탭·좌측 대화이력·본문 그리드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10144" y="15544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11312" y="1691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 KPI 카드 5종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11312" y="2103120"/>
            <a:ext cx="31546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출고지연·피킹P90·팀가동률·소진일·재고비용 + delta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931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 예측 인사이트 차트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" y="4343400"/>
            <a:ext cx="31546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재고추이/출고지연 탭 · 자체 SVG · 툴팁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79392" y="37947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80560" y="3931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 Agent Copilot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0560" y="4343400"/>
            <a:ext cx="31546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 자원 자동 판별 → 권장 시나리오·개선율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10144" y="37947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11312" y="3931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P6 2D 디지털 트윈 + 타임라인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11312" y="4343400"/>
            <a:ext cx="31546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점유율 heatmap·지게차 이동·재생/스크럽·이벤트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작업 &amp; 다음 단계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마무리 → 기능 확장 → 운영 고도화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2A3470"/>
          </a:solidFill>
          <a:ln w="12700">
            <a:solidFill>
              <a:srgbClr val="3C47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0195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마무리 (단기)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931920" y="1901952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EE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P7 좌측 대화이력 세션 저장·복원 · Agent Chat / KPI Dashboard / Approval 탭 구현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2A3470"/>
          </a:solidFill>
          <a:ln w="12700">
            <a:solidFill>
              <a:srgbClr val="3C47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45643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확장 (중기)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31920" y="3456432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EE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재고 비용 실단가 연동 · 시각 디테일·반응형 개선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84632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2A3470"/>
          </a:solidFill>
          <a:ln w="12700">
            <a:solidFill>
              <a:srgbClr val="3C47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501091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고도화 (Phase 10)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31920" y="5010912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EE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Dreaming Memory · Hybrid Search · PostgreSQL 전환 · 실 WMS API 연동 · DES 처리시간 실측 분포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1265</Words>
  <Application>Microsoft Office PowerPoint</Application>
  <PresentationFormat>와이드스크린</PresentationFormat>
  <Paragraphs>207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WMS Agent — 진행 현황</dc:title>
  <dc:subject>PptxGenJS Presentation</dc:subject>
  <dc:creator>Smart WMS Agent</dc:creator>
  <cp:lastModifiedBy>Jung</cp:lastModifiedBy>
  <cp:revision>2</cp:revision>
  <dcterms:created xsi:type="dcterms:W3CDTF">2026-06-16T23:05:15Z</dcterms:created>
  <dcterms:modified xsi:type="dcterms:W3CDTF">2026-06-16T23:11:10Z</dcterms:modified>
</cp:coreProperties>
</file>